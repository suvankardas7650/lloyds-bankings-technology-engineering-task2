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0B38E0-9924-4D56-8D0D-BA2699B0A87A}" v="16" dt="2025-11-20T10:16:38.9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vankar Das" userId="899b10e077d95a8c" providerId="LiveId" clId="{6AE928FA-0FB1-4A2C-A131-0FB730FCF0C8}"/>
    <pc:docChg chg="addSld modSld">
      <pc:chgData name="suvankar Das" userId="899b10e077d95a8c" providerId="LiveId" clId="{6AE928FA-0FB1-4A2C-A131-0FB730FCF0C8}" dt="2025-11-20T10:18:45.445" v="83" actId="1076"/>
      <pc:docMkLst>
        <pc:docMk/>
      </pc:docMkLst>
      <pc:sldChg chg="modSp mod">
        <pc:chgData name="suvankar Das" userId="899b10e077d95a8c" providerId="LiveId" clId="{6AE928FA-0FB1-4A2C-A131-0FB730FCF0C8}" dt="2025-11-20T10:18:45.445" v="83" actId="1076"/>
        <pc:sldMkLst>
          <pc:docMk/>
          <pc:sldMk cId="2418334345" sldId="257"/>
        </pc:sldMkLst>
        <pc:spChg chg="mod">
          <ac:chgData name="suvankar Das" userId="899b10e077d95a8c" providerId="LiveId" clId="{6AE928FA-0FB1-4A2C-A131-0FB730FCF0C8}" dt="2025-11-20T10:18:45.445" v="83" actId="1076"/>
          <ac:spMkLst>
            <pc:docMk/>
            <pc:sldMk cId="2418334345" sldId="257"/>
            <ac:spMk id="3" creationId="{7CF188B5-5E50-4EE3-EA59-7F883DDAB815}"/>
          </ac:spMkLst>
        </pc:spChg>
        <pc:spChg chg="mod">
          <ac:chgData name="suvankar Das" userId="899b10e077d95a8c" providerId="LiveId" clId="{6AE928FA-0FB1-4A2C-A131-0FB730FCF0C8}" dt="2025-11-20T10:18:41.038" v="80" actId="1076"/>
          <ac:spMkLst>
            <pc:docMk/>
            <pc:sldMk cId="2418334345" sldId="257"/>
            <ac:spMk id="5" creationId="{B376AEB3-4FEE-5AF0-78CF-7DE290FD4CBF}"/>
          </ac:spMkLst>
        </pc:spChg>
      </pc:sldChg>
      <pc:sldChg chg="addSp modSp mod">
        <pc:chgData name="suvankar Das" userId="899b10e077d95a8c" providerId="LiveId" clId="{6AE928FA-0FB1-4A2C-A131-0FB730FCF0C8}" dt="2025-11-20T10:18:31.611" v="78" actId="1076"/>
        <pc:sldMkLst>
          <pc:docMk/>
          <pc:sldMk cId="3110420535" sldId="258"/>
        </pc:sldMkLst>
        <pc:spChg chg="mod">
          <ac:chgData name="suvankar Das" userId="899b10e077d95a8c" providerId="LiveId" clId="{6AE928FA-0FB1-4A2C-A131-0FB730FCF0C8}" dt="2025-11-20T10:18:27.228" v="76" actId="1076"/>
          <ac:spMkLst>
            <pc:docMk/>
            <pc:sldMk cId="3110420535" sldId="258"/>
            <ac:spMk id="2" creationId="{72CFF8E6-5573-6C15-6C54-ED891A89864C}"/>
          </ac:spMkLst>
        </pc:spChg>
        <pc:spChg chg="add mod">
          <ac:chgData name="suvankar Das" userId="899b10e077d95a8c" providerId="LiveId" clId="{6AE928FA-0FB1-4A2C-A131-0FB730FCF0C8}" dt="2025-11-20T10:18:31.611" v="78" actId="1076"/>
          <ac:spMkLst>
            <pc:docMk/>
            <pc:sldMk cId="3110420535" sldId="258"/>
            <ac:spMk id="3" creationId="{68CD67BF-1E1E-6C8E-CD6C-7788B24928C0}"/>
          </ac:spMkLst>
        </pc:spChg>
        <pc:picChg chg="add mod">
          <ac:chgData name="suvankar Das" userId="899b10e077d95a8c" providerId="LiveId" clId="{6AE928FA-0FB1-4A2C-A131-0FB730FCF0C8}" dt="2025-11-20T10:10:23.947" v="10" actId="1076"/>
          <ac:picMkLst>
            <pc:docMk/>
            <pc:sldMk cId="3110420535" sldId="258"/>
            <ac:picMk id="5" creationId="{EB507412-AACE-DE8B-A945-E6A5A6DC589A}"/>
          </ac:picMkLst>
        </pc:picChg>
      </pc:sldChg>
      <pc:sldChg chg="addSp modSp new mod">
        <pc:chgData name="suvankar Das" userId="899b10e077d95a8c" providerId="LiveId" clId="{6AE928FA-0FB1-4A2C-A131-0FB730FCF0C8}" dt="2025-11-20T10:18:02.679" v="73" actId="113"/>
        <pc:sldMkLst>
          <pc:docMk/>
          <pc:sldMk cId="3846567398" sldId="259"/>
        </pc:sldMkLst>
        <pc:spChg chg="add mod">
          <ac:chgData name="suvankar Das" userId="899b10e077d95a8c" providerId="LiveId" clId="{6AE928FA-0FB1-4A2C-A131-0FB730FCF0C8}" dt="2025-11-20T10:18:02.679" v="73" actId="113"/>
          <ac:spMkLst>
            <pc:docMk/>
            <pc:sldMk cId="3846567398" sldId="259"/>
            <ac:spMk id="2" creationId="{C2854FE1-1E13-8C49-E6C0-7B0190163D11}"/>
          </ac:spMkLst>
        </pc:spChg>
        <pc:spChg chg="add mod">
          <ac:chgData name="suvankar Das" userId="899b10e077d95a8c" providerId="LiveId" clId="{6AE928FA-0FB1-4A2C-A131-0FB730FCF0C8}" dt="2025-11-20T10:14:01.980" v="40" actId="1076"/>
          <ac:spMkLst>
            <pc:docMk/>
            <pc:sldMk cId="3846567398" sldId="259"/>
            <ac:spMk id="5" creationId="{4FAC2DCD-3E0A-758F-7DA4-1BF03BBF469D}"/>
          </ac:spMkLst>
        </pc:spChg>
        <pc:picChg chg="add mod">
          <ac:chgData name="suvankar Das" userId="899b10e077d95a8c" providerId="LiveId" clId="{6AE928FA-0FB1-4A2C-A131-0FB730FCF0C8}" dt="2025-11-20T10:14:14.947" v="45" actId="14100"/>
          <ac:picMkLst>
            <pc:docMk/>
            <pc:sldMk cId="3846567398" sldId="259"/>
            <ac:picMk id="4" creationId="{B061C940-F2CC-8DBC-D7C4-87A18EB6C809}"/>
          </ac:picMkLst>
        </pc:picChg>
      </pc:sldChg>
      <pc:sldChg chg="addSp modSp new mod">
        <pc:chgData name="suvankar Das" userId="899b10e077d95a8c" providerId="LiveId" clId="{6AE928FA-0FB1-4A2C-A131-0FB730FCF0C8}" dt="2025-11-20T10:17:47.108" v="71" actId="255"/>
        <pc:sldMkLst>
          <pc:docMk/>
          <pc:sldMk cId="4099945792" sldId="260"/>
        </pc:sldMkLst>
        <pc:spChg chg="add mod">
          <ac:chgData name="suvankar Das" userId="899b10e077d95a8c" providerId="LiveId" clId="{6AE928FA-0FB1-4A2C-A131-0FB730FCF0C8}" dt="2025-11-20T10:17:47.108" v="71" actId="255"/>
          <ac:spMkLst>
            <pc:docMk/>
            <pc:sldMk cId="4099945792" sldId="260"/>
            <ac:spMk id="2" creationId="{1000E1C6-40BA-5F48-5300-4168271B5F91}"/>
          </ac:spMkLst>
        </pc:spChg>
        <pc:spChg chg="add mod">
          <ac:chgData name="suvankar Das" userId="899b10e077d95a8c" providerId="LiveId" clId="{6AE928FA-0FB1-4A2C-A131-0FB730FCF0C8}" dt="2025-11-20T10:17:39.307" v="70" actId="1076"/>
          <ac:spMkLst>
            <pc:docMk/>
            <pc:sldMk cId="4099945792" sldId="260"/>
            <ac:spMk id="3" creationId="{90044FE6-DED1-BEFC-1AE8-D3D882FE6CE0}"/>
          </ac:spMkLst>
        </pc:spChg>
      </pc:sldChg>
      <pc:sldChg chg="addSp modSp new mod">
        <pc:chgData name="suvankar Das" userId="899b10e077d95a8c" providerId="LiveId" clId="{6AE928FA-0FB1-4A2C-A131-0FB730FCF0C8}" dt="2025-11-20T10:17:22.582" v="69" actId="1076"/>
        <pc:sldMkLst>
          <pc:docMk/>
          <pc:sldMk cId="3090513237" sldId="261"/>
        </pc:sldMkLst>
        <pc:spChg chg="add mod">
          <ac:chgData name="suvankar Das" userId="899b10e077d95a8c" providerId="LiveId" clId="{6AE928FA-0FB1-4A2C-A131-0FB730FCF0C8}" dt="2025-11-20T10:17:15.155" v="66" actId="1076"/>
          <ac:spMkLst>
            <pc:docMk/>
            <pc:sldMk cId="3090513237" sldId="261"/>
            <ac:spMk id="2" creationId="{7F6DD416-8938-A4BC-C30D-8D9A36C1D621}"/>
          </ac:spMkLst>
        </pc:spChg>
        <pc:spChg chg="add mod">
          <ac:chgData name="suvankar Das" userId="899b10e077d95a8c" providerId="LiveId" clId="{6AE928FA-0FB1-4A2C-A131-0FB730FCF0C8}" dt="2025-11-20T10:17:22.582" v="69" actId="1076"/>
          <ac:spMkLst>
            <pc:docMk/>
            <pc:sldMk cId="3090513237" sldId="261"/>
            <ac:spMk id="3" creationId="{18E18319-C2F4-8292-6EB5-63712AB9E95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B6456-E440-3E70-D2D5-77AD7172BD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D88DB5-20E7-D8DD-A26A-50C4D9820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368BC-1396-69F0-7CC3-035C2B01B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E20CB-95B9-4ED9-BE2D-CF76E4340DD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F901B-D6BA-FF0D-72EB-B76FAEFC3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4C68D-D49A-957D-7386-4BD366E3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435E-2596-4BD2-8A2C-1C618EAD2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790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AB4D6-3D2C-41BB-D650-BB1F9EAE4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2C76B-D865-07EA-8DF3-64EA2FE18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4F903-5E41-5D29-7E4D-D6B2E88F3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E20CB-95B9-4ED9-BE2D-CF76E4340DD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682FE-0C76-E834-F6FF-8FCF2228C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687F1-19A9-52F9-A3F1-E515D5EB3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435E-2596-4BD2-8A2C-1C618EAD2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423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29462-D559-DF4D-976E-F1177E3FC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F4C77-4631-C7B0-781E-42EC5B4D7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A053D-F835-237E-51E4-5BA9E60EC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E20CB-95B9-4ED9-BE2D-CF76E4340DD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8AC30-6826-673C-0F06-9D25259BB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3086D-EFCE-7833-D526-5CE6CB8EB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435E-2596-4BD2-8A2C-1C618EAD2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580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CBD4D-4C39-785B-34D7-3FFFA6AA8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2B9FD-0895-0383-DB94-E4B1F09D56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C1CC6-11BF-F490-BEEA-24FD3853C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EB2A2-823A-15B1-BAF0-6089079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E20CB-95B9-4ED9-BE2D-CF76E4340DD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A5DA6-308C-B366-0CA9-105D05382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AD307-36A1-14D6-1C10-B2D7FE7B8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435E-2596-4BD2-8A2C-1C618EAD2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839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3B434-4B76-4984-0B6A-BDE1BEE9B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76FBC-E9DA-46EA-5A8A-E9E37373F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3F231-D575-160C-11A2-3C173F971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A490CB-FD11-6286-4D84-663A0822DA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8E3723-34BB-CFAE-5E2B-69B9AAA2F5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F85501-7A67-4493-6B49-FBD507AC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E20CB-95B9-4ED9-BE2D-CF76E4340DD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C43D03-247D-8CE3-657E-BF2BEF055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E0E50A-A500-0825-D588-4348592BD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435E-2596-4BD2-8A2C-1C618EAD2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258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19DA3-932F-D11A-94CF-7CF60501A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8CBC3-D670-28ED-8005-18B44C129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E20CB-95B9-4ED9-BE2D-CF76E4340DD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7395C1-6F68-E04C-8F59-E5487A289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C0704-62BD-A140-28BF-05ADE5B15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435E-2596-4BD2-8A2C-1C618EAD2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558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ED6E39-313E-F002-F235-37E4F08B0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E20CB-95B9-4ED9-BE2D-CF76E4340DD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2DAAED-6C2B-DDD9-5445-747F7EFF1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2C357-0F46-0FE1-D194-24F668054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435E-2596-4BD2-8A2C-1C618EAD2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881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4D195-4778-E61D-3D4E-28E74DDEF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B7D74-9EEA-562F-0338-63B7417B1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9A5FAE-EBA0-49FD-925C-48E7058A3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8AFCFC-AFB7-C4D2-CC10-4AA730713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E20CB-95B9-4ED9-BE2D-CF76E4340DD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CE38F-8E00-96B3-F107-23D1C7E4E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15144-8237-D3AC-2201-6BB810B2C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435E-2596-4BD2-8A2C-1C618EAD2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910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1DC38-2337-09D4-D724-CE2DEBA9E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AACDF8-D1AF-A70F-7B4B-4CF18E659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C0B7C-178C-79DD-2A1F-326BE68BB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1E6977-4918-811C-A5EF-6E551DB1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E20CB-95B9-4ED9-BE2D-CF76E4340DD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02879-4A4A-3BB0-E0A2-6506C195F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C2E3E-BBBC-D30C-DEC6-32E9C48F8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435E-2596-4BD2-8A2C-1C618EAD2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328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24BA0-D104-4080-9927-9BCD52DDA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CA54BB-4645-444C-5C6C-B19FC2015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D836C-AF7D-F8A9-5EE7-1AAA074F0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E20CB-95B9-4ED9-BE2D-CF76E4340DD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9DF3D-701B-38F8-0CFB-ACCBF2AE4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2AE25-B2D1-89B9-6CD0-E0356B9E4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435E-2596-4BD2-8A2C-1C618EAD2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671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722352-AF88-D062-1AFF-BC55656762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5F7B13-E114-4344-5FE5-B32174CD6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34B04-BD49-8766-3699-AD5A7FDFF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E20CB-95B9-4ED9-BE2D-CF76E4340DD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895E1-B0C3-8C43-8B0A-FEB81092C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46512-022D-8BB1-E577-EBE7E3946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435E-2596-4BD2-8A2C-1C618EAD2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698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CA40B6-8426-9084-C12B-8C88BD9EF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8F426-4BBE-08EF-A7D2-D810D6CD9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17C77-6FAD-ADCE-F606-A4875814A5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FE20CB-95B9-4ED9-BE2D-CF76E4340DD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D77C6-209D-B49B-95CE-62B34C9DA3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7ACE3-FF61-E94C-DEB8-25BB27A446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70435E-2596-4BD2-8A2C-1C618EAD2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971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73EF2-C6EB-7FBA-0FB5-178C909865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Mortgage Calculator – UX Re-Design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A04536-9A95-A36B-EA04-D5591EC54B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z="2000" dirty="0"/>
              <a:t>Student Name</a:t>
            </a:r>
            <a:r>
              <a:rPr lang="en-IN" dirty="0"/>
              <a:t>: Suvankar Das</a:t>
            </a:r>
          </a:p>
          <a:p>
            <a:r>
              <a:rPr lang="en-IN" sz="2000" dirty="0"/>
              <a:t>Course / Module</a:t>
            </a:r>
            <a:r>
              <a:rPr lang="en-IN" dirty="0"/>
              <a:t>:</a:t>
            </a:r>
          </a:p>
          <a:p>
            <a:r>
              <a:rPr lang="en-US" dirty="0"/>
              <a:t> </a:t>
            </a:r>
            <a:r>
              <a:rPr lang="en-US" sz="2000" dirty="0"/>
              <a:t>Designing and Prototyping the Mortgage Calculator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8321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F188B5-5E50-4EE3-EA59-7F883DDAB815}"/>
              </a:ext>
            </a:extLst>
          </p:cNvPr>
          <p:cNvSpPr txBox="1"/>
          <p:nvPr/>
        </p:nvSpPr>
        <p:spPr>
          <a:xfrm>
            <a:off x="3221548" y="2260938"/>
            <a:ext cx="60976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Users reported difficulty understanding monthly mortgage costs</a:t>
            </a:r>
          </a:p>
          <a:p>
            <a:r>
              <a:rPr lang="en-US" dirty="0"/>
              <a:t>• Too many steps and unclear interface in original version</a:t>
            </a:r>
          </a:p>
          <a:p>
            <a:r>
              <a:rPr lang="en-US" dirty="0"/>
              <a:t>• Lack of visual flow and immediate clarity</a:t>
            </a:r>
          </a:p>
          <a:p>
            <a:r>
              <a:rPr lang="en-US" dirty="0"/>
              <a:t>• Need for improved readability and user guidance</a:t>
            </a:r>
          </a:p>
          <a:p>
            <a:r>
              <a:rPr lang="en-US" dirty="0"/>
              <a:t>Goal → Create a new user-friendly mortgage calculator interface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76AEB3-4FEE-5AF0-78CF-7DE290FD4CBF}"/>
              </a:ext>
            </a:extLst>
          </p:cNvPr>
          <p:cNvSpPr txBox="1"/>
          <p:nvPr/>
        </p:nvSpPr>
        <p:spPr>
          <a:xfrm>
            <a:off x="3928441" y="596570"/>
            <a:ext cx="52180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Problem Background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41833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CFF8E6-5573-6C15-6C54-ED891A89864C}"/>
              </a:ext>
            </a:extLst>
          </p:cNvPr>
          <p:cNvSpPr txBox="1"/>
          <p:nvPr/>
        </p:nvSpPr>
        <p:spPr>
          <a:xfrm>
            <a:off x="3625544" y="247517"/>
            <a:ext cx="3811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Sketch (Low-Fidelity Prototype)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CD67BF-1E1E-6C8E-CD6C-7788B24928C0}"/>
              </a:ext>
            </a:extLst>
          </p:cNvPr>
          <p:cNvSpPr txBox="1"/>
          <p:nvPr/>
        </p:nvSpPr>
        <p:spPr>
          <a:xfrm>
            <a:off x="3118422" y="1143000"/>
            <a:ext cx="59551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Designed layout with 3-panel structure:</a:t>
            </a:r>
          </a:p>
          <a:p>
            <a:r>
              <a:rPr lang="en-US" dirty="0"/>
              <a:t>   Left → Inputs</a:t>
            </a:r>
          </a:p>
          <a:p>
            <a:r>
              <a:rPr lang="en-US" dirty="0"/>
              <a:t>   Center → Monthly Payment Result</a:t>
            </a:r>
          </a:p>
          <a:p>
            <a:r>
              <a:rPr lang="en-US" dirty="0"/>
              <a:t>   Right → Next-step Actions</a:t>
            </a:r>
          </a:p>
          <a:p>
            <a:r>
              <a:rPr lang="en-US" dirty="0"/>
              <a:t>• Intention: Logical flow that mirrors user decision process</a:t>
            </a:r>
            <a:endParaRPr lang="en-IN" dirty="0"/>
          </a:p>
        </p:txBody>
      </p:sp>
      <p:pic>
        <p:nvPicPr>
          <p:cNvPr id="5" name="Picture 4" descr="A notebook with writing on it&#10;&#10;AI-generated content may be incorrect.">
            <a:extLst>
              <a:ext uri="{FF2B5EF4-FFF2-40B4-BE49-F238E27FC236}">
                <a16:creationId xmlns:a16="http://schemas.microsoft.com/office/drawing/2014/main" id="{EB507412-AACE-DE8B-A945-E6A5A6DC58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544" y="3115701"/>
            <a:ext cx="5159573" cy="302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420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854FE1-1E13-8C49-E6C0-7B0190163D11}"/>
              </a:ext>
            </a:extLst>
          </p:cNvPr>
          <p:cNvSpPr txBox="1"/>
          <p:nvPr/>
        </p:nvSpPr>
        <p:spPr>
          <a:xfrm>
            <a:off x="4446105" y="675860"/>
            <a:ext cx="3688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Digital Wireframe (React)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61C940-F2CC-8DBC-D7C4-87A18EB6C8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680" y="2357120"/>
            <a:ext cx="5679440" cy="41046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AC2DCD-3E0A-758F-7DA4-1BF03BBF469D}"/>
              </a:ext>
            </a:extLst>
          </p:cNvPr>
          <p:cNvSpPr txBox="1"/>
          <p:nvPr/>
        </p:nvSpPr>
        <p:spPr>
          <a:xfrm>
            <a:off x="1209040" y="2357120"/>
            <a:ext cx="39420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Built in React with reusable components</a:t>
            </a:r>
          </a:p>
          <a:p>
            <a:r>
              <a:rPr lang="en-US" dirty="0"/>
              <a:t>• Cards for readability and modularity</a:t>
            </a:r>
          </a:p>
          <a:p>
            <a:r>
              <a:rPr lang="en-US" dirty="0"/>
              <a:t>• Blue color hierarchy supports clarity + attention on key result (EMI)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6567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00E1C6-40BA-5F48-5300-4168271B5F91}"/>
              </a:ext>
            </a:extLst>
          </p:cNvPr>
          <p:cNvSpPr txBox="1"/>
          <p:nvPr/>
        </p:nvSpPr>
        <p:spPr>
          <a:xfrm>
            <a:off x="3332480" y="609600"/>
            <a:ext cx="43491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Feedback From Virtual Focus Group</a:t>
            </a:r>
          </a:p>
          <a:p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044FE6-DED1-BEFC-1AE8-D3D882FE6CE0}"/>
              </a:ext>
            </a:extLst>
          </p:cNvPr>
          <p:cNvSpPr txBox="1"/>
          <p:nvPr/>
        </p:nvSpPr>
        <p:spPr>
          <a:xfrm>
            <a:off x="3332480" y="1960880"/>
            <a:ext cx="583275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Positive feedback:</a:t>
            </a:r>
          </a:p>
          <a:p>
            <a:r>
              <a:rPr lang="en-US" dirty="0"/>
              <a:t>✓ “The loan summary is much easier to understand now”</a:t>
            </a:r>
          </a:p>
          <a:p>
            <a:r>
              <a:rPr lang="en-US" dirty="0"/>
              <a:t>✓ “The right-side actions make the next steps clear”</a:t>
            </a:r>
          </a:p>
          <a:p>
            <a:r>
              <a:rPr lang="en-US" dirty="0"/>
              <a:t>✓ “The large EMI number helped instantly”</a:t>
            </a:r>
          </a:p>
          <a:p>
            <a:endParaRPr lang="en-US" dirty="0"/>
          </a:p>
          <a:p>
            <a:r>
              <a:rPr lang="en-US" dirty="0"/>
              <a:t>Suggested improvements:</a:t>
            </a:r>
          </a:p>
          <a:p>
            <a:r>
              <a:rPr lang="en-US" dirty="0"/>
              <a:t>• Header spacing too large → fixed</a:t>
            </a:r>
          </a:p>
          <a:p>
            <a:r>
              <a:rPr lang="en-US" dirty="0"/>
              <a:t>• Better alignment on different laptop screens → done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9945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6DD416-8938-A4BC-C30D-8D9A36C1D621}"/>
              </a:ext>
            </a:extLst>
          </p:cNvPr>
          <p:cNvSpPr txBox="1"/>
          <p:nvPr/>
        </p:nvSpPr>
        <p:spPr>
          <a:xfrm>
            <a:off x="2893934" y="426720"/>
            <a:ext cx="54527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Final Outcome + 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18319-C2F4-8292-6EB5-63712AB9E959}"/>
              </a:ext>
            </a:extLst>
          </p:cNvPr>
          <p:cNvSpPr txBox="1"/>
          <p:nvPr/>
        </p:nvSpPr>
        <p:spPr>
          <a:xfrm>
            <a:off x="2985561" y="1913711"/>
            <a:ext cx="53611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• Improved interface with strong clarity and flow</a:t>
            </a:r>
          </a:p>
          <a:p>
            <a:r>
              <a:rPr lang="en-US" dirty="0"/>
              <a:t>• Supports decision-making through visual hierarchy</a:t>
            </a:r>
          </a:p>
          <a:p>
            <a:r>
              <a:rPr lang="en-US" dirty="0"/>
              <a:t>• Highly responsive for laptop + desktop screens</a:t>
            </a:r>
          </a:p>
          <a:p>
            <a:r>
              <a:rPr lang="en-US" dirty="0"/>
              <a:t>• Converts user intent into action (Next-step cards)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0513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231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Mortgage Calculator – UX Re-Design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suvankar Das</dc:creator>
  <cp:lastModifiedBy>suvankar Das</cp:lastModifiedBy>
  <cp:revision>1</cp:revision>
  <dcterms:created xsi:type="dcterms:W3CDTF">2025-11-20T07:20:59Z</dcterms:created>
  <dcterms:modified xsi:type="dcterms:W3CDTF">2025-11-20T10:18:46Z</dcterms:modified>
</cp:coreProperties>
</file>